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64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67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202" d="100"/>
        <a:sy n="202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DD44E-FD3E-46BA-ADE2-F33725981567}" type="datetimeFigureOut">
              <a:rPr lang="en-US" smtClean="0"/>
              <a:t>2026-03-14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EEDD0-1FFB-47B0-A493-38302590C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54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good morning everyone today I came here to present my software </a:t>
            </a:r>
            <a:r>
              <a:rPr lang="en-US" dirty="0" err="1"/>
              <a:t>i</a:t>
            </a:r>
            <a:r>
              <a:rPr lang="en-US" dirty="0"/>
              <a:t> have made for my GUI </a:t>
            </a:r>
            <a:r>
              <a:rPr lang="en-US" dirty="0" err="1"/>
              <a:t>cw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02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7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90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specifically designed this software for a diary farm near my </a:t>
            </a:r>
            <a:r>
              <a:rPr lang="en-US" dirty="0" err="1"/>
              <a:t>ares</a:t>
            </a:r>
            <a:r>
              <a:rPr lang="en-US" dirty="0"/>
              <a:t> ,and I know the owner of this farm personally </a:t>
            </a:r>
            <a:r>
              <a:rPr lang="en-US" dirty="0" err="1"/>
              <a:t>aswell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this is the farm Kasun diary farm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38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Anyway these are my requirements</a:t>
            </a:r>
          </a:p>
          <a:p>
            <a:r>
              <a:rPr lang="en-US" dirty="0"/>
              <a:t>System has 2 roles..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7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for employee requirements…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03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for non functional requirements …..</a:t>
            </a:r>
          </a:p>
          <a:p>
            <a:r>
              <a:rPr lang="en-US" dirty="0"/>
              <a:t>As you will see I </a:t>
            </a:r>
            <a:r>
              <a:rPr lang="en-US" dirty="0" err="1"/>
              <a:t>ve</a:t>
            </a:r>
            <a:r>
              <a:rPr lang="en-US" dirty="0"/>
              <a:t> use a blue and white theme for my whole software and even for this presentation</a:t>
            </a:r>
          </a:p>
          <a:p>
            <a:endParaRPr lang="en-US" dirty="0"/>
          </a:p>
          <a:p>
            <a:r>
              <a:rPr lang="en-US" dirty="0"/>
              <a:t>Validation ,and yeah I </a:t>
            </a:r>
            <a:r>
              <a:rPr lang="en-US" dirty="0" err="1"/>
              <a:t>ve</a:t>
            </a:r>
            <a:r>
              <a:rPr lang="en-US" dirty="0"/>
              <a:t> used them perfectly.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6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next these are my </a:t>
            </a:r>
            <a:r>
              <a:rPr lang="en-US" dirty="0" err="1"/>
              <a:t>databse</a:t>
            </a:r>
            <a:r>
              <a:rPr lang="en-US" dirty="0"/>
              <a:t> tables</a:t>
            </a:r>
          </a:p>
          <a:p>
            <a:r>
              <a:rPr lang="en-US" dirty="0"/>
              <a:t>I have 8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7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next, these are my system forms and their functions</a:t>
            </a:r>
          </a:p>
          <a:p>
            <a:r>
              <a:rPr lang="en-US" dirty="0"/>
              <a:t>First I have a loading screen</a:t>
            </a:r>
          </a:p>
          <a:p>
            <a:endParaRPr lang="en-US" dirty="0"/>
          </a:p>
          <a:p>
            <a:r>
              <a:rPr lang="en-US" dirty="0"/>
              <a:t>This is the screen that user can see when they start the program.it takes about 3-4 second to load in to the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29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17D6-A4DC-D553-7AE6-80040EB7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4F1C0-DFBD-078E-BF3A-5955FEA2E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E8806-95FC-0421-428A-9BD11235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is the 2</a:t>
            </a:r>
            <a:r>
              <a:rPr lang="en-US" baseline="30000" dirty="0"/>
              <a:t>nd</a:t>
            </a:r>
            <a:r>
              <a:rPr lang="en-US" dirty="0"/>
              <a:t> form .in this form use can log in to the system based on their role</a:t>
            </a:r>
          </a:p>
          <a:p>
            <a:r>
              <a:rPr lang="en-US" dirty="0"/>
              <a:t> and I even showed some details about </a:t>
            </a:r>
            <a:r>
              <a:rPr lang="en-US" dirty="0" err="1"/>
              <a:t>kasuns</a:t>
            </a:r>
            <a:r>
              <a:rPr lang="en-US" dirty="0"/>
              <a:t> </a:t>
            </a:r>
            <a:r>
              <a:rPr lang="en-US" dirty="0" err="1"/>
              <a:t>farm.like</a:t>
            </a:r>
            <a:r>
              <a:rPr lang="en-US" dirty="0"/>
              <a:t> address and telephone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B5101-BCAB-AA0E-B72E-C4212E4A4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84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157D-4312-1EC1-747F-3BF68A4C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8E460-DC52-2F0D-B24C-3F2A9CF3F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615D4-7B7A-9EE4-9D34-A2D50BDFE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and</a:t>
            </a:r>
          </a:p>
          <a:p>
            <a:endParaRPr lang="en-US" dirty="0"/>
          </a:p>
          <a:p>
            <a:r>
              <a:rPr lang="en-US" dirty="0"/>
              <a:t>I even make a greeting msg, according to the time it will greet to the user saying good morning ,good evening and good night</a:t>
            </a:r>
          </a:p>
          <a:p>
            <a:r>
              <a:rPr lang="en-US" dirty="0"/>
              <a:t>User can even see todays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D2B6B-3711-C1B5-1C0A-5F95490B0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71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9B0D-6614-A10C-79A8-A54984D6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A27AE-AEAD-4AF1-1F26-F2FE5A2BA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6DC64-758A-6EB7-BD0A-3465C7D1E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5971F-76D6-6B04-0DC6-0D97A238D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01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7E1E-7B44-4882-17E5-150DFEDF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D7ECB-F5EA-F3BC-5D1A-0EB28AD1C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70BF1-1521-5C35-7865-36F4FFD0F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here also total milk is automatically calculated and filled by the system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1863A-0253-E906-FBFE-635FB31E6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72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9FAD-DDE8-FB54-E133-D5D645A7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58F26-89D5-B750-6219-42772F40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789AC-3D1D-D9E5-A55C-E3FC1791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97FA7-D003-A492-514A-BF70151EA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95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D7D54-5F37-4C5E-DA84-1E3655E1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1BC64-6ED7-AD7B-446E-54F6597DE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0161F-3EDF-2E00-F93D-EC7ACF5EA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kooving</a:t>
            </a:r>
            <a:endParaRPr lang="en-US" dirty="0"/>
          </a:p>
          <a:p>
            <a:r>
              <a:rPr lang="en-US" dirty="0" err="1"/>
              <a:t>koov</a:t>
            </a:r>
            <a:endParaRPr lang="en-US" dirty="0"/>
          </a:p>
          <a:p>
            <a:r>
              <a:rPr lang="en-US" dirty="0"/>
              <a:t>Specialty about this form is </a:t>
            </a:r>
          </a:p>
          <a:p>
            <a:r>
              <a:rPr lang="en-US" dirty="0"/>
              <a:t>Sys automatically calculates expected calve date form breeding  date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28DF-E82D-A614-AA6E-3AED5F057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84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BB683-70F9-15E2-B767-17F4A470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F65F0-AC91-9043-2FC6-09C55D024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02D09-0C37-FC57-8C10-58C594026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in  this form when employee types price and quantity it automatically fills the total.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80B4E-73C3-3FDA-EB67-C25CF293B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55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9CBE-9797-89E5-8644-C7DA0103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31BE-05D4-3408-7B8A-71E35D552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9DB2F-ECC1-FB94-1E67-AC15B4B3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B663F-245C-2309-B5B2-8CB4CA8B9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03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0BEE-183E-7019-9AC5-2CE4B617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441BA-166F-A746-12E7-868A650A0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03290-91E4-8ADE-AA58-4A96CE8AF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in this form employee can see the overall summary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8915B-D6D4-5E36-4C12-B7D9293B7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61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81A6A-E9DA-D9E7-EE29-6A9C8F30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5999A-47F8-2E33-ABD6-E7AC9CFBE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AEEEF-7554-91F0-E4B1-D5EF655A8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you can see in this pic </a:t>
            </a:r>
          </a:p>
          <a:p>
            <a:r>
              <a:rPr lang="en-US" dirty="0"/>
              <a:t>Its shows users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B6093-676E-F854-81C8-DC3F2F524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99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22046-A98C-F4A0-79EA-18648CBB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9856B-DB5F-01CD-3E0F-9B2506F6C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3FE0E-CCB6-B7B6-8048-47A23DFA9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E92EB-A91D-0550-C562-E24600C05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6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3370-4855-EFDC-7891-89B55210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15F5A-A0C8-B827-7942-8127BB892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2F285-3B83-C879-63F3-8DAE080CD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is my </a:t>
            </a:r>
            <a:r>
              <a:rPr lang="en-US" dirty="0" err="1"/>
              <a:t>github</a:t>
            </a:r>
            <a:r>
              <a:rPr lang="en-US" dirty="0"/>
              <a:t> commit report</a:t>
            </a:r>
          </a:p>
          <a:p>
            <a:r>
              <a:rPr lang="en-US" dirty="0"/>
              <a:t>As you can see I have started this project on January 19th and finished it on 9th march</a:t>
            </a:r>
          </a:p>
          <a:p>
            <a:endParaRPr lang="en-US" dirty="0"/>
          </a:p>
          <a:p>
            <a:r>
              <a:rPr lang="en-US" dirty="0"/>
              <a:t>And I did 20 commits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26F3A-A73F-4403-83E0-6C55F166E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30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DA2B3-F2E8-631F-786F-7882BA3E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1AE54-360B-425F-1C19-848140830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C0D2-F787-745A-DBB2-BB303BA96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these are all the changes I have done to the </a:t>
            </a:r>
            <a:r>
              <a:rPr lang="en-US" dirty="0" err="1"/>
              <a:t>softwares</a:t>
            </a:r>
            <a:r>
              <a:rPr lang="en-US" dirty="0"/>
              <a:t> from the </a:t>
            </a:r>
            <a:r>
              <a:rPr lang="en-US" dirty="0" err="1"/>
              <a:t>begining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F3ADA-B5C8-894A-27B1-C18813266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11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ANY </a:t>
            </a:r>
            <a:r>
              <a:rPr lang="en-US" dirty="0" err="1"/>
              <a:t>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33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245F-5C06-3C9F-B420-9786A26A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75A5E-D6B8-5CCB-37BC-035CAC2EA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EB193-45C0-13BF-BF7F-D1BB9D966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then thank you for your valuable time</a:t>
            </a:r>
          </a:p>
          <a:p>
            <a:r>
              <a:rPr lang="en-US" dirty="0"/>
              <a:t>Yes you can download my software from that link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66583-10B6-AF43-5432-5FFBA3E2B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EEDD0-1FFB-47B0-A493-38302590C58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2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0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3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0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2026-03-14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2026-03-14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2026-03-14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9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2026-03-14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9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2026-03-14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7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2026-03-14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33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16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2026-03-14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73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9726E-F959-7167-DDAE-ADA8F0260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9932" y="1186382"/>
            <a:ext cx="3324820" cy="268224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2100" b="1"/>
            </a:br>
            <a:br>
              <a:rPr lang="en-US" sz="2100" b="1"/>
            </a:br>
            <a:br>
              <a:rPr lang="en-US" sz="2100" b="1"/>
            </a:br>
            <a:r>
              <a:rPr lang="en-US" sz="2100" b="1"/>
              <a:t>Dairy Farm Management System</a:t>
            </a:r>
            <a:br>
              <a:rPr lang="en-US" sz="2100"/>
            </a:br>
            <a:r>
              <a:rPr lang="en-US" sz="2100" b="1"/>
              <a:t>GUI Module Course Work Presentation</a:t>
            </a:r>
            <a:br>
              <a:rPr lang="en-US" sz="2100"/>
            </a:br>
            <a:endParaRPr lang="en-US" sz="2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7013F-4288-DD3D-F044-253A1E924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9931" y="4157886"/>
            <a:ext cx="3324821" cy="1261817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000"/>
              <a:t>A Project by:</a:t>
            </a:r>
            <a:br>
              <a:rPr lang="en-US" sz="1000"/>
            </a:br>
            <a:r>
              <a:rPr lang="en-US" sz="1000"/>
              <a:t>K.K.Naveen Rashmika Devinda</a:t>
            </a:r>
            <a:br>
              <a:rPr lang="en-US" sz="1000"/>
            </a:br>
            <a:r>
              <a:rPr lang="en-US" sz="1000"/>
              <a:t>GADSE251-F-018</a:t>
            </a:r>
          </a:p>
          <a:p>
            <a:pPr>
              <a:lnSpc>
                <a:spcPct val="120000"/>
              </a:lnSpc>
            </a:pPr>
            <a:r>
              <a:rPr lang="en-US" sz="1000"/>
              <a:t>Supervised by:</a:t>
            </a:r>
            <a:br>
              <a:rPr lang="en-US" sz="1000"/>
            </a:br>
            <a:r>
              <a:rPr lang="en-US" sz="1000"/>
              <a:t>Ms.Ashanthi Kurakulasuriya</a:t>
            </a:r>
          </a:p>
          <a:p>
            <a:pPr>
              <a:lnSpc>
                <a:spcPct val="120000"/>
              </a:lnSpc>
            </a:pPr>
            <a:endParaRPr lang="en-US" sz="1000"/>
          </a:p>
        </p:txBody>
      </p:sp>
      <p:pic>
        <p:nvPicPr>
          <p:cNvPr id="4" name="Picture 3" descr="Cows eating from trough">
            <a:extLst>
              <a:ext uri="{FF2B5EF4-FFF2-40B4-BE49-F238E27FC236}">
                <a16:creationId xmlns:a16="http://schemas.microsoft.com/office/drawing/2014/main" id="{353F8256-A205-6FD3-2349-18626EEED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1" b="8220"/>
          <a:stretch>
            <a:fillRect/>
          </a:stretch>
        </p:blipFill>
        <p:spPr>
          <a:xfrm>
            <a:off x="672253" y="1411479"/>
            <a:ext cx="6881991" cy="387109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68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88646-D3F0-FDDC-9D91-DA958E82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en-US" sz="3600" u="sng"/>
              <a:t>Introduction</a:t>
            </a:r>
            <a:br>
              <a:rPr lang="en-US" sz="3600"/>
            </a:br>
            <a:endParaRPr lang="en-US" sz="3600"/>
          </a:p>
        </p:txBody>
      </p:sp>
      <p:pic>
        <p:nvPicPr>
          <p:cNvPr id="5" name="Picture 4" descr="Cows looking at the camera">
            <a:extLst>
              <a:ext uri="{FF2B5EF4-FFF2-40B4-BE49-F238E27FC236}">
                <a16:creationId xmlns:a16="http://schemas.microsoft.com/office/drawing/2014/main" id="{2D04F1A9-6B16-EA25-E664-74BD991A5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9" r="5861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EE1F-DABA-0647-1199-C1FF1340C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There are many medium scale dairy farms in </a:t>
            </a:r>
            <a:r>
              <a:rPr lang="en-US" sz="1700" dirty="0" err="1"/>
              <a:t>Srilanka</a:t>
            </a:r>
            <a:r>
              <a:rPr lang="en-US" sz="17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Their primary business activities are breeding </a:t>
            </a:r>
            <a:r>
              <a:rPr lang="en-US" sz="1700" dirty="0" err="1"/>
              <a:t>cows,producing</a:t>
            </a:r>
            <a:r>
              <a:rPr lang="en-US" sz="1700" dirty="0"/>
              <a:t> </a:t>
            </a:r>
            <a:r>
              <a:rPr lang="en-US" sz="1700" dirty="0" err="1"/>
              <a:t>milk,storing</a:t>
            </a:r>
            <a:r>
              <a:rPr lang="en-US" sz="1700" dirty="0"/>
              <a:t> </a:t>
            </a:r>
            <a:r>
              <a:rPr lang="en-US" sz="1700" dirty="0" err="1"/>
              <a:t>milk,and</a:t>
            </a:r>
            <a:r>
              <a:rPr lang="en-US" sz="1700" dirty="0"/>
              <a:t> making dairy products like </a:t>
            </a:r>
            <a:r>
              <a:rPr lang="en-US" sz="1700" dirty="0" err="1"/>
              <a:t>yogurts,curd</a:t>
            </a:r>
            <a:r>
              <a:rPr lang="en-US" sz="1700" dirty="0"/>
              <a:t> and selling them to local sellers.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2780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10490-2D83-B714-2EE8-A99547E8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u="sng"/>
              <a:t>Reason for Choosing This Problem to Build a Software</a:t>
            </a:r>
            <a:br>
              <a:rPr lang="en-US" sz="2800"/>
            </a:br>
            <a:endParaRPr lang="en-US" sz="2800"/>
          </a:p>
        </p:txBody>
      </p:sp>
      <p:pic>
        <p:nvPicPr>
          <p:cNvPr id="7" name="Graphic 6" descr="Farm scene">
            <a:extLst>
              <a:ext uri="{FF2B5EF4-FFF2-40B4-BE49-F238E27FC236}">
                <a16:creationId xmlns:a16="http://schemas.microsoft.com/office/drawing/2014/main" id="{BEB8798C-440C-DE14-0F42-3BDFA48F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7CEF-2B48-3AC3-E3A1-9B908C422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en-US" dirty="0"/>
              <a:t>At the moment most of the farms are using manual and paper based records which are difficult to </a:t>
            </a:r>
            <a:r>
              <a:rPr lang="en-US" dirty="0" err="1"/>
              <a:t>maintain.And</a:t>
            </a:r>
            <a:r>
              <a:rPr lang="en-US" dirty="0"/>
              <a:t> even if someone wanted to see a past record it is very time consuming to view them.</a:t>
            </a:r>
          </a:p>
          <a:p>
            <a:r>
              <a:rPr lang="en-US" dirty="0"/>
              <a:t>So I thought of making a C# </a:t>
            </a:r>
            <a:r>
              <a:rPr lang="en-US" dirty="0" err="1"/>
              <a:t>winform</a:t>
            </a:r>
            <a:r>
              <a:rPr lang="en-US" dirty="0"/>
              <a:t> application computerized system for this problem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91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DEEB916-7140-9EE5-6080-D60F7F8FC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9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8390362-5868-4DF6-BD74-91C72884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35382" y="-1298619"/>
            <a:ext cx="4121238" cy="12191998"/>
          </a:xfrm>
          <a:prstGeom prst="rect">
            <a:avLst/>
          </a:prstGeom>
          <a:gradFill flip="none" rotWithShape="1">
            <a:gsLst>
              <a:gs pos="36000">
                <a:srgbClr val="000000">
                  <a:alpha val="26000"/>
                </a:srgbClr>
              </a:gs>
              <a:gs pos="0">
                <a:srgbClr val="000000">
                  <a:alpha val="0"/>
                </a:srgbClr>
              </a:gs>
              <a:gs pos="61000">
                <a:srgbClr val="0E0D12">
                  <a:alpha val="58000"/>
                </a:srgbClr>
              </a:gs>
              <a:gs pos="88000">
                <a:srgbClr val="000000">
                  <a:alpha val="5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29E2A-AFAE-929E-8FBB-04AAF731B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4299808"/>
            <a:ext cx="6835698" cy="185564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 </a:t>
            </a:r>
            <a:r>
              <a:rPr lang="en-US" sz="3600" dirty="0"/>
              <a:t>specifically</a:t>
            </a: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designed this software for a diary farm near my area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411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C51DE-22AD-C2C1-F820-373AA535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Software Requirements Specifications(SRS Doc)</a:t>
            </a:r>
            <a:br>
              <a:rPr lang="en-US" sz="2800"/>
            </a:br>
            <a:endParaRPr lang="en-US" sz="28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00642717-F685-C6C4-3767-AA522AE09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80" y="3552264"/>
            <a:ext cx="2745660" cy="2745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FC39-39FF-06DB-DE40-C97F4D564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1371601"/>
            <a:ext cx="5888736" cy="492632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b="1" u="sng" dirty="0"/>
              <a:t>Functional Requirements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/>
              <a:t>System has two use roles,</a:t>
            </a:r>
          </a:p>
          <a:p>
            <a:pPr lvl="0">
              <a:lnSpc>
                <a:spcPct val="110000"/>
              </a:lnSpc>
            </a:pPr>
            <a:r>
              <a:rPr lang="en-US" sz="1900" b="1" dirty="0"/>
              <a:t>Admin</a:t>
            </a:r>
            <a:endParaRPr lang="en-US" sz="1900" dirty="0"/>
          </a:p>
          <a:p>
            <a:pPr lvl="0">
              <a:lnSpc>
                <a:spcPct val="110000"/>
              </a:lnSpc>
            </a:pPr>
            <a:r>
              <a:rPr lang="en-US" sz="1900" b="1" dirty="0"/>
              <a:t>Employee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endParaRPr lang="en-US" sz="19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dirty="0"/>
              <a:t>1. Admin Requirements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/>
              <a:t>Admin shall be able to,</a:t>
            </a:r>
          </a:p>
          <a:p>
            <a:pPr lvl="0">
              <a:lnSpc>
                <a:spcPct val="110000"/>
              </a:lnSpc>
            </a:pPr>
            <a:r>
              <a:rPr lang="en-US" sz="1900" dirty="0"/>
              <a:t>Login to the system</a:t>
            </a:r>
          </a:p>
          <a:p>
            <a:pPr lvl="0">
              <a:lnSpc>
                <a:spcPct val="110000"/>
              </a:lnSpc>
            </a:pPr>
            <a:r>
              <a:rPr lang="en-US" sz="1900" dirty="0"/>
              <a:t>Add, update, and delete employee details</a:t>
            </a:r>
          </a:p>
          <a:p>
            <a:pPr lvl="0">
              <a:lnSpc>
                <a:spcPct val="110000"/>
              </a:lnSpc>
            </a:pPr>
            <a:r>
              <a:rPr lang="en-US" sz="1900" dirty="0"/>
              <a:t>View the employee dashboard</a:t>
            </a:r>
          </a:p>
          <a:p>
            <a:pPr lvl="0">
              <a:lnSpc>
                <a:spcPct val="110000"/>
              </a:lnSpc>
            </a:pPr>
            <a:r>
              <a:rPr lang="en-US" sz="1900" dirty="0"/>
              <a:t>Logout from the system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B0CF2-64BC-BA1B-3EE8-867B16F82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23" y="6521663"/>
            <a:ext cx="11307753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0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73315-AC4E-1523-6C88-38FC43FF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05" y="92093"/>
            <a:ext cx="4297680" cy="1789608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2. Employee Requirements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Employee shall be able to,</a:t>
            </a:r>
            <a:br>
              <a:rPr lang="en-US" sz="2800" dirty="0"/>
            </a:br>
            <a:endParaRPr lang="en-US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Cow">
            <a:extLst>
              <a:ext uri="{FF2B5EF4-FFF2-40B4-BE49-F238E27FC236}">
                <a16:creationId xmlns:a16="http://schemas.microsoft.com/office/drawing/2014/main" id="{237E66A7-B8E1-6565-37C7-FF3D0E879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80" y="3552264"/>
            <a:ext cx="2745660" cy="274566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BC392D-30D1-4560-E278-6E1B5FE07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0" y="1881701"/>
            <a:ext cx="12191996" cy="4240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BB088C-4F9D-907F-316E-10328F4FE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341" y="6368382"/>
            <a:ext cx="11307753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06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4C3B5-6085-F18C-750D-BDFB7132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297680" cy="17896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u="sng"/>
              <a:t>Non-Functional Requirements</a:t>
            </a:r>
            <a:br>
              <a:rPr lang="en-US"/>
            </a:b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Web Design">
            <a:extLst>
              <a:ext uri="{FF2B5EF4-FFF2-40B4-BE49-F238E27FC236}">
                <a16:creationId xmlns:a16="http://schemas.microsoft.com/office/drawing/2014/main" id="{EBAF52A2-0768-95D0-84BA-7D7FECB6E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80" y="3552264"/>
            <a:ext cx="2745660" cy="2745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EBA7-4CFE-9954-A9C0-BDC3E775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1371601"/>
            <a:ext cx="5888736" cy="4926323"/>
          </a:xfrm>
        </p:spPr>
        <p:txBody>
          <a:bodyPr>
            <a:normAutofit/>
          </a:bodyPr>
          <a:lstStyle/>
          <a:p>
            <a:r>
              <a:rPr lang="en-US" dirty="0"/>
              <a:t>System GUI should use a user friendly comfortable theme</a:t>
            </a:r>
          </a:p>
          <a:p>
            <a:r>
              <a:rPr lang="en-US" dirty="0"/>
              <a:t>All operations should be fast and respond within 2-3 seconds</a:t>
            </a:r>
          </a:p>
          <a:p>
            <a:r>
              <a:rPr lang="en-US" dirty="0"/>
              <a:t>Security should be high</a:t>
            </a:r>
          </a:p>
          <a:p>
            <a:r>
              <a:rPr lang="en-US" dirty="0"/>
              <a:t>Validations should be use for necessary places</a:t>
            </a:r>
          </a:p>
          <a:p>
            <a:r>
              <a:rPr lang="en-US" dirty="0"/>
              <a:t>System reliability should be high</a:t>
            </a:r>
          </a:p>
          <a:p>
            <a:r>
              <a:rPr lang="en-US" dirty="0"/>
              <a:t>System should be compatible for windows pcs</a:t>
            </a:r>
          </a:p>
          <a:p>
            <a:r>
              <a:rPr lang="en-US" dirty="0"/>
              <a:t>System should be simple so users can use it easily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C7A97-B73F-0BA9-73D2-41FD5EDA6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23" y="6297924"/>
            <a:ext cx="11307753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4CFC3-DA06-1A54-C02F-E20C9F57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1F6AB9-8FFE-CE6B-4FEC-B5EA26A08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BE5C0-27D8-ECEC-5702-4F0071F0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6" y="201136"/>
            <a:ext cx="5376086" cy="17896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u="sng" dirty="0"/>
              <a:t>Dairy Farm Database</a:t>
            </a:r>
            <a:br>
              <a:rPr lang="en-US" dirty="0"/>
            </a:b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994C56-CEFD-D465-978D-1BF182368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3C82E4A-237D-1B05-2C62-C6C8E0488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8" y="906970"/>
            <a:ext cx="3760229" cy="4384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828371-0A8C-FB01-7DEC-2D3ADD174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915" y="993737"/>
            <a:ext cx="3795670" cy="3989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753BFC-B31C-B452-B8B2-4F4B5A2D3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571" y="1075381"/>
            <a:ext cx="3795670" cy="40480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B904A0-6307-FA64-2916-529C86725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32" y="6285598"/>
            <a:ext cx="11307753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9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2A5-3DA8-5E0A-C36B-13D1505E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ER Diagram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76A2F7-0A98-CC03-DEA1-76E9403E9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5816" y="0"/>
            <a:ext cx="5967839" cy="6858000"/>
          </a:xfrm>
          <a:prstGeom prst="rect">
            <a:avLst/>
          </a:prstGeom>
          <a:solidFill>
            <a:schemeClr val="tx1">
              <a:alpha val="73000"/>
            </a:schemeClr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F63C8F-9025-8A62-B52C-5596375D7AA8}"/>
              </a:ext>
            </a:extLst>
          </p:cNvPr>
          <p:cNvSpPr/>
          <p:nvPr/>
        </p:nvSpPr>
        <p:spPr>
          <a:xfrm>
            <a:off x="9624291" y="5837382"/>
            <a:ext cx="1246909" cy="249382"/>
          </a:xfrm>
          <a:prstGeom prst="rect">
            <a:avLst/>
          </a:prstGeom>
          <a:solidFill>
            <a:srgbClr val="4545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57C78-6F85-411C-1074-D733CFF68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2435348"/>
            <a:ext cx="4677428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5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5BBBE-DB60-B33D-279E-8F22F86C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22" y="423088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5EC7-9672-AA1B-8D66-C006475EA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253" y="1008622"/>
            <a:ext cx="4563618" cy="496086"/>
          </a:xfrm>
        </p:spPr>
        <p:txBody>
          <a:bodyPr anchor="t">
            <a:normAutofit/>
          </a:bodyPr>
          <a:lstStyle/>
          <a:p>
            <a:r>
              <a:rPr lang="en-US" b="1" dirty="0"/>
              <a:t>Form 1-Loading Screen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C0983BB-D3A8-A703-F3AC-BB82B57B5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53" y="1504708"/>
            <a:ext cx="8229600" cy="46722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447DDA-DC96-EB2B-3E7A-6996F73BD980}"/>
              </a:ext>
            </a:extLst>
          </p:cNvPr>
          <p:cNvSpPr txBox="1">
            <a:spLocks/>
          </p:cNvSpPr>
          <p:nvPr/>
        </p:nvSpPr>
        <p:spPr>
          <a:xfrm>
            <a:off x="8855671" y="1835106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is the first form that user can see when they start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67752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017B7-3342-B1C4-8BD6-99A9CF43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D0314-D4A8-F583-82A7-D865DC28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8734B-0C80-1F8A-E369-9C7799BED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702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3743-A933-3D29-12FE-8DD8CBC53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2-Login Screen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2D6307-89B8-0E4E-4B1E-5FF49A5BB6CF}"/>
              </a:ext>
            </a:extLst>
          </p:cNvPr>
          <p:cNvSpPr txBox="1">
            <a:spLocks/>
          </p:cNvSpPr>
          <p:nvPr/>
        </p:nvSpPr>
        <p:spPr>
          <a:xfrm>
            <a:off x="8855671" y="1836169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user logs in, redirects to </a:t>
            </a:r>
            <a:r>
              <a:rPr lang="en-US" dirty="0" err="1"/>
              <a:t>AdminMenu</a:t>
            </a:r>
            <a:r>
              <a:rPr lang="en-US" dirty="0"/>
              <a:t> or </a:t>
            </a:r>
            <a:r>
              <a:rPr lang="en-US" dirty="0" err="1"/>
              <a:t>EmployeeMenu</a:t>
            </a:r>
            <a:r>
              <a:rPr lang="en-US" dirty="0"/>
              <a:t> based on role</a:t>
            </a:r>
          </a:p>
        </p:txBody>
      </p:sp>
    </p:spTree>
    <p:extLst>
      <p:ext uri="{BB962C8B-B14F-4D97-AF65-F5344CB8AC3E}">
        <p14:creationId xmlns:p14="http://schemas.microsoft.com/office/powerpoint/2010/main" val="204702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5085B-DC2A-5B1D-90A7-DAD514E9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812EF11-7B64-F353-EEC6-392DD40F7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AD8F2-AC9B-1CBE-B644-AFE0FB49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44BF-3D09-B11E-1A27-EAA04460A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3-Admin Menu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3BB1AD-68BC-0780-7126-9E7FECE09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9EF760F-D9F5-390A-F989-A3CD47703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8813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242A0A2-B551-16E7-DBDB-C561FC9ACEE9}"/>
              </a:ext>
            </a:extLst>
          </p:cNvPr>
          <p:cNvSpPr txBox="1">
            <a:spLocks/>
          </p:cNvSpPr>
          <p:nvPr/>
        </p:nvSpPr>
        <p:spPr>
          <a:xfrm>
            <a:off x="8830379" y="1839798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admin manages employees (add, update, delete)</a:t>
            </a:r>
          </a:p>
        </p:txBody>
      </p:sp>
    </p:spTree>
    <p:extLst>
      <p:ext uri="{BB962C8B-B14F-4D97-AF65-F5344CB8AC3E}">
        <p14:creationId xmlns:p14="http://schemas.microsoft.com/office/powerpoint/2010/main" val="324928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0BF02-144B-5E80-6EB5-FF26B37A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18ED89-DFAE-6C84-07BA-460125EE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E79AC-5066-2F9C-38B1-92FCED155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5533E-CB19-D13C-9A77-D7005CF6B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4-Employee side Cows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3BB174-3EFA-6461-885F-5FB89EA27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B7BC260-7E3E-B953-BA83-B540F8F20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7141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BA0CCB-6589-E87B-374A-11588131605E}"/>
              </a:ext>
            </a:extLst>
          </p:cNvPr>
          <p:cNvSpPr txBox="1">
            <a:spLocks/>
          </p:cNvSpPr>
          <p:nvPr/>
        </p:nvSpPr>
        <p:spPr>
          <a:xfrm>
            <a:off x="8763307" y="1839798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manage cow records (add, update, delete).</a:t>
            </a:r>
          </a:p>
        </p:txBody>
      </p:sp>
    </p:spTree>
    <p:extLst>
      <p:ext uri="{BB962C8B-B14F-4D97-AF65-F5344CB8AC3E}">
        <p14:creationId xmlns:p14="http://schemas.microsoft.com/office/powerpoint/2010/main" val="4114444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6C944-44BF-D892-8814-10973F80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2A2574-6A85-0F40-9135-E9800749D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4A82F-448F-DA63-0A01-8B8093B6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DB6AF-D830-064C-F461-DE1C3FC9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5-Milk Production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878A2F-20A7-B7EA-ABB5-E846AB142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241494E-FEE2-99EA-1B2F-C0C56A0C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6479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70B34C-7598-C9AF-165A-C3C11F02872E}"/>
              </a:ext>
            </a:extLst>
          </p:cNvPr>
          <p:cNvSpPr txBox="1">
            <a:spLocks/>
          </p:cNvSpPr>
          <p:nvPr/>
        </p:nvSpPr>
        <p:spPr>
          <a:xfrm>
            <a:off x="8855671" y="1715745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record daily milk (AM, Noon, PM) per cow</a:t>
            </a:r>
          </a:p>
        </p:txBody>
      </p:sp>
    </p:spTree>
    <p:extLst>
      <p:ext uri="{BB962C8B-B14F-4D97-AF65-F5344CB8AC3E}">
        <p14:creationId xmlns:p14="http://schemas.microsoft.com/office/powerpoint/2010/main" val="129811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828154-E1C3-4469-C748-88C7F3041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1F91AF3-85B0-AA97-3989-971AC675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9B7E6-C341-62E0-16DE-07044C3E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B493C-5054-2A60-536B-542F9D4B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6-Health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48AB1F-1E75-685E-4F03-FD9E8605A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017241A-6E02-D6C1-985C-DBF113BE8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70696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44C58A-6C44-2CB7-0190-E6B1CB761901}"/>
              </a:ext>
            </a:extLst>
          </p:cNvPr>
          <p:cNvSpPr txBox="1">
            <a:spLocks/>
          </p:cNvSpPr>
          <p:nvPr/>
        </p:nvSpPr>
        <p:spPr>
          <a:xfrm>
            <a:off x="8830379" y="1715745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record </a:t>
            </a:r>
            <a:r>
              <a:rPr lang="en-US" dirty="0" err="1"/>
              <a:t>helath</a:t>
            </a:r>
            <a:r>
              <a:rPr lang="en-US" dirty="0"/>
              <a:t> reports,   sys auto adds cost to Expenditure</a:t>
            </a:r>
          </a:p>
        </p:txBody>
      </p:sp>
    </p:spTree>
    <p:extLst>
      <p:ext uri="{BB962C8B-B14F-4D97-AF65-F5344CB8AC3E}">
        <p14:creationId xmlns:p14="http://schemas.microsoft.com/office/powerpoint/2010/main" val="297888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00684-6807-83F1-3EDC-1202B6A3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78861FB-F603-316B-9394-A081B6905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4AC64-99AB-79A5-C219-B780F3069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9F03-63F2-A29D-1717-4EBE2EC9F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7-Breeding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CA94E4-3241-CB2D-21C1-E03D6EC6C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C966DE8-5F2F-9944-540B-966EBF7CF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70117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B500C4-9779-3309-53E0-4AC45D7227E4}"/>
              </a:ext>
            </a:extLst>
          </p:cNvPr>
          <p:cNvSpPr txBox="1">
            <a:spLocks/>
          </p:cNvSpPr>
          <p:nvPr/>
        </p:nvSpPr>
        <p:spPr>
          <a:xfrm>
            <a:off x="8855671" y="1715745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track heat, breed, pregnancy and calving dates</a:t>
            </a:r>
          </a:p>
        </p:txBody>
      </p:sp>
    </p:spTree>
    <p:extLst>
      <p:ext uri="{BB962C8B-B14F-4D97-AF65-F5344CB8AC3E}">
        <p14:creationId xmlns:p14="http://schemas.microsoft.com/office/powerpoint/2010/main" val="292974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3F7D7-00D6-6AB6-AB73-F7E3F350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DEDF34E-F7CE-BCCF-4C1A-BEE54B1D2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17F90-2394-C98A-ED3D-333AF68A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D2F8-EA50-097B-5188-2B04049C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8-Milk Sales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0477A3-6019-1FC6-79B7-95AB87BF9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FC61E11-A7FA-1E66-60D9-BC2B7BE8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8235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419E49-2518-4E55-6DDD-9A67EF22A89E}"/>
              </a:ext>
            </a:extLst>
          </p:cNvPr>
          <p:cNvSpPr txBox="1">
            <a:spLocks/>
          </p:cNvSpPr>
          <p:nvPr/>
        </p:nvSpPr>
        <p:spPr>
          <a:xfrm>
            <a:off x="8830379" y="1839798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record milk sales, and sys auto adds amount to Income</a:t>
            </a:r>
          </a:p>
        </p:txBody>
      </p:sp>
    </p:spTree>
    <p:extLst>
      <p:ext uri="{BB962C8B-B14F-4D97-AF65-F5344CB8AC3E}">
        <p14:creationId xmlns:p14="http://schemas.microsoft.com/office/powerpoint/2010/main" val="197298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E0BC5-F51C-D744-8DCA-CDF5052F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956E1F4-86A3-C618-CCFF-7DAED7F09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4DB52-FC64-1B71-7E2B-5171245C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F7E9-720F-2648-4A79-D3B9EBF76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9-Finance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9CBE2F-171A-427C-173B-C08A2CEE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621B6CA-57E8-BBA2-530F-DB89B2EBF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5635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629DF0-1F19-5E4C-BC67-97F13903B06F}"/>
              </a:ext>
            </a:extLst>
          </p:cNvPr>
          <p:cNvSpPr txBox="1">
            <a:spLocks/>
          </p:cNvSpPr>
          <p:nvPr/>
        </p:nvSpPr>
        <p:spPr>
          <a:xfrm>
            <a:off x="8906256" y="1829198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record other incomes and expenditures manually</a:t>
            </a:r>
          </a:p>
        </p:txBody>
      </p:sp>
    </p:spTree>
    <p:extLst>
      <p:ext uri="{BB962C8B-B14F-4D97-AF65-F5344CB8AC3E}">
        <p14:creationId xmlns:p14="http://schemas.microsoft.com/office/powerpoint/2010/main" val="3411503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89EFC-375F-CC65-4A1F-DA0DDD41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EFBDBA3-A595-9352-506B-09C2E3362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F6E06-5624-4939-3F85-00A02491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System Forms and Their Functions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983CF-6D0F-63BF-31E7-7C98C1432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4563618" cy="3760459"/>
          </a:xfrm>
        </p:spPr>
        <p:txBody>
          <a:bodyPr anchor="t">
            <a:normAutofit/>
          </a:bodyPr>
          <a:lstStyle/>
          <a:p>
            <a:r>
              <a:rPr lang="en-US" b="1" dirty="0"/>
              <a:t>Form 10-Dashboard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2EF54E-CEF4-8250-398F-B19498B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CD4041F-7084-7B5B-5543-038659815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08760"/>
            <a:ext cx="8229600" cy="465370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F63C0C-A827-84A7-66F0-D8B981964EA5}"/>
              </a:ext>
            </a:extLst>
          </p:cNvPr>
          <p:cNvSpPr txBox="1">
            <a:spLocks/>
          </p:cNvSpPr>
          <p:nvPr/>
        </p:nvSpPr>
        <p:spPr>
          <a:xfrm>
            <a:off x="8830379" y="1827872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shows the summary</a:t>
            </a:r>
          </a:p>
        </p:txBody>
      </p:sp>
    </p:spTree>
    <p:extLst>
      <p:ext uri="{BB962C8B-B14F-4D97-AF65-F5344CB8AC3E}">
        <p14:creationId xmlns:p14="http://schemas.microsoft.com/office/powerpoint/2010/main" val="626579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B8F55-350C-EE6C-FEF7-14B8D4C6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8D639B-922D-1104-9E5B-7D9B70EB3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20489-C1F0-F229-5894-A5670288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Special classes I used for my project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DA90E-DC9C-424A-9CE7-660F6D0AF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2158908" cy="585853"/>
          </a:xfrm>
        </p:spPr>
        <p:txBody>
          <a:bodyPr anchor="t">
            <a:normAutofit/>
          </a:bodyPr>
          <a:lstStyle/>
          <a:p>
            <a:r>
              <a:rPr lang="en-US" b="1" dirty="0"/>
              <a:t>Session Class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AE5F39-B7B2-3503-442C-AF9C46EB9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102835B-492C-D7C5-43CA-0AE0F519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54" y="1646041"/>
            <a:ext cx="6670656" cy="29939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FF8B0-2DAA-EBD9-84AF-4AF0E8D085E7}"/>
              </a:ext>
            </a:extLst>
          </p:cNvPr>
          <p:cNvSpPr txBox="1">
            <a:spLocks/>
          </p:cNvSpPr>
          <p:nvPr/>
        </p:nvSpPr>
        <p:spPr>
          <a:xfrm>
            <a:off x="7691889" y="1719390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Stores the logged in </a:t>
            </a:r>
            <a:r>
              <a:rPr lang="en-US" dirty="0" err="1"/>
              <a:t>Users's</a:t>
            </a:r>
            <a:r>
              <a:rPr lang="en-US" dirty="0"/>
              <a:t> info (ID, name, role) so all forms know who is currently using the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A44C83-D45E-47C8-810C-30AA39BD8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530" y="4044430"/>
            <a:ext cx="3685308" cy="179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47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D3C36-FE4E-060E-C0E0-61FCAE2F0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C64D00F-49E3-F6EA-F05C-250AC6885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559E2-F2DA-53E4-7F48-9283D11D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Special classes I used in my project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55D92-9401-8A11-11E8-FBC77C1A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05840"/>
            <a:ext cx="3304218" cy="585853"/>
          </a:xfrm>
        </p:spPr>
        <p:txBody>
          <a:bodyPr anchor="t">
            <a:normAutofit/>
          </a:bodyPr>
          <a:lstStyle/>
          <a:p>
            <a:r>
              <a:rPr lang="en-US" b="1" dirty="0" err="1"/>
              <a:t>DBconnection</a:t>
            </a:r>
            <a:r>
              <a:rPr lang="en-US" b="1" dirty="0"/>
              <a:t> Class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A5190D-7BE8-A1F6-F277-39E990934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28E288A-9459-48F6-DF2D-FC4C55868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53" y="1591693"/>
            <a:ext cx="6347383" cy="315579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04BBD8-6345-5CF1-B513-4DB38B25EF33}"/>
              </a:ext>
            </a:extLst>
          </p:cNvPr>
          <p:cNvSpPr txBox="1">
            <a:spLocks/>
          </p:cNvSpPr>
          <p:nvPr/>
        </p:nvSpPr>
        <p:spPr>
          <a:xfrm>
            <a:off x="7691889" y="1719390"/>
            <a:ext cx="3336329" cy="2926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Opens a connection to My SQL Server database so all forms can talk with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4104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D3423-3798-643E-BB90-7278C782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AD9816-2F22-0BE7-6B62-9F7316D7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D2B85-74AE-DB42-242B-489FCA663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My </a:t>
            </a:r>
            <a:r>
              <a:rPr lang="en-US" sz="3700" u="sng" dirty="0" err="1"/>
              <a:t>Github</a:t>
            </a:r>
            <a:r>
              <a:rPr lang="en-US" sz="3700" u="sng" dirty="0"/>
              <a:t> Commits Report</a:t>
            </a:r>
            <a:br>
              <a:rPr lang="en-US" sz="3700" dirty="0"/>
            </a:br>
            <a:endParaRPr lang="en-US" sz="37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848E4D-35ED-3E72-9182-2A687F6FB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F5AB824-CC20-F0CA-AC93-210D697A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26" y="2384233"/>
            <a:ext cx="9880861" cy="38132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06EE94-A5BC-EC45-5772-2E9445BAD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361" y="0"/>
            <a:ext cx="5296639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38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1520D-4D1E-9A2C-8EFA-772F7121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EE759D3-0014-7C51-A5FD-DFEFC3BA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6CEA6-B039-91CC-C9D4-7C9492A1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20624"/>
            <a:ext cx="2665900" cy="81428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700" u="sng" dirty="0"/>
              <a:t>My Commits</a:t>
            </a:r>
            <a:br>
              <a:rPr lang="en-US" sz="3700" dirty="0"/>
            </a:br>
            <a:endParaRPr lang="en-US" sz="37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E9BDEC-C1FB-A6B0-B5DA-9D52C5D3E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FF0DD0D-D339-75BC-B9EF-29B824C34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27" y="1350097"/>
            <a:ext cx="7719683" cy="4157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4B623-C7C8-7E0B-0673-84B9DC418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41" y="928221"/>
            <a:ext cx="6832868" cy="519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D7258-E478-3121-9511-2C240C78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221" y="746760"/>
            <a:ext cx="5229867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ANY QUESTIONS?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AC3912-9445-326E-F355-EA4A2880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C2F6692-F0F1-7491-0CBD-0EFA409F64B7}"/>
              </a:ext>
            </a:extLst>
          </p:cNvPr>
          <p:cNvSpPr txBox="1"/>
          <p:nvPr/>
        </p:nvSpPr>
        <p:spPr>
          <a:xfrm>
            <a:off x="2405326" y="0"/>
            <a:ext cx="568095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0" dirty="0">
                <a:solidFill>
                  <a:schemeClr val="accent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75049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BC093-B95C-E06E-4187-A848CFC8C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79937-CC16-B47D-3D76-B46A06E31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56B159-90E9-B3D4-3102-3E69C3F1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0DAEE-DD96-6566-01E6-FDA91EDF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932" y="1186382"/>
            <a:ext cx="3324820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C53708-F05F-B136-E517-C6E299048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2D29B0-460B-4F82-DDD9-C1C568FEF508}"/>
              </a:ext>
            </a:extLst>
          </p:cNvPr>
          <p:cNvSpPr txBox="1"/>
          <p:nvPr/>
        </p:nvSpPr>
        <p:spPr>
          <a:xfrm>
            <a:off x="2405326" y="0"/>
            <a:ext cx="568095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0" dirty="0">
                <a:solidFill>
                  <a:schemeClr val="accent1"/>
                </a:solidFill>
              </a:rPr>
              <a:t>:)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FDA2F-41F6-F779-EC72-F60980451AF1}"/>
              </a:ext>
            </a:extLst>
          </p:cNvPr>
          <p:cNvSpPr txBox="1"/>
          <p:nvPr/>
        </p:nvSpPr>
        <p:spPr>
          <a:xfrm>
            <a:off x="4540276" y="601167"/>
            <a:ext cx="73532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Feel free to download and use my software for your dairy farm: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https://github.com/ProllyNaveen/DairyFarmManagementSystem</a:t>
            </a:r>
          </a:p>
        </p:txBody>
      </p:sp>
    </p:spTree>
    <p:extLst>
      <p:ext uri="{BB962C8B-B14F-4D97-AF65-F5344CB8AC3E}">
        <p14:creationId xmlns:p14="http://schemas.microsoft.com/office/powerpoint/2010/main" val="419506018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945</Words>
  <Application>Microsoft Office PowerPoint</Application>
  <PresentationFormat>Widescreen</PresentationFormat>
  <Paragraphs>143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Grandview Display</vt:lpstr>
      <vt:lpstr>Wingdings</vt:lpstr>
      <vt:lpstr>DashVTI</vt:lpstr>
      <vt:lpstr>   Dairy Farm Management System GUI Module Course Work Presentation </vt:lpstr>
      <vt:lpstr>Introduction </vt:lpstr>
      <vt:lpstr>Reason for Choosing This Problem to Build a Software </vt:lpstr>
      <vt:lpstr>I specifically designed this software for a diary farm near my area </vt:lpstr>
      <vt:lpstr>Software Requirements Specifications(SRS Doc) </vt:lpstr>
      <vt:lpstr>2. Employee Requirements   Employee shall be able to, </vt:lpstr>
      <vt:lpstr>Non-Functional Requirements </vt:lpstr>
      <vt:lpstr>Dairy Farm Database </vt:lpstr>
      <vt:lpstr>ER Diagram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System Forms and Their Functions </vt:lpstr>
      <vt:lpstr>Special classes I used for my project </vt:lpstr>
      <vt:lpstr>Special classes I used in my project </vt:lpstr>
      <vt:lpstr>My Github Commits Report </vt:lpstr>
      <vt:lpstr>My Commits </vt:lpstr>
      <vt:lpstr>ANY 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DEVINDA K K N R</dc:creator>
  <cp:lastModifiedBy>DEVINDA K K N R</cp:lastModifiedBy>
  <cp:revision>8</cp:revision>
  <dcterms:created xsi:type="dcterms:W3CDTF">2026-03-14T05:22:17Z</dcterms:created>
  <dcterms:modified xsi:type="dcterms:W3CDTF">2026-03-14T16:08:17Z</dcterms:modified>
</cp:coreProperties>
</file>